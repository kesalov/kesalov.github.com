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9698F-BDED-6078-5AEA-4A457BF32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E1B754-5A9B-0D90-D8AC-57FFCC3E3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7F7CB2-7F0B-8710-0938-49ED82B3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81B1A9-94C1-D180-B318-A458D18F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1BFEC1-AA0E-D237-1D03-2EFB9CB38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1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CCF2A-2DE9-0A3E-3CD7-71F6078D0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57D84-C24E-2A23-6CBC-E75558FD0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EE9A6-2D03-0F4B-FF88-BBCFF6243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00D9AA-8E66-A1F7-3B8F-CF89888F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9D0FA-289D-2131-FA42-37B616BE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17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8DE4B-7551-D1E2-2F36-8476B73E9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77CA82-D7ED-D410-432F-B18B867E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AE294-39CB-BF12-5BBA-0BBE4ECF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D4F34C-5245-96B4-F5AE-AE864F15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95D7C9-9CE9-8A0C-6CB8-01F29D7A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25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07939-870B-7792-A825-B5770070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96FA77-DA76-A9A3-89DE-8958E9CEE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FA8A15-B1CD-08E7-3B95-6062CF60C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EB5D14-7D20-43FD-279A-E1B4022A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B7D8F5-F34F-5441-3862-7CEA6098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A989ED-C6FA-306E-1538-2A977B3A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06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ECA9A-08A4-82BC-681F-D6D13FF9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FD9B75-0E70-AF2B-EC07-396E8F57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37973C-D6BC-C23B-7E74-00F9BC020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B755EC-F495-AD1E-B465-A3C3A2FA9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D1BABA-78A1-F658-6E82-DBEEA5E2E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E4CE7D-3BDA-DC9D-C92C-4515E150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00CFC1-D461-61FF-B9B6-39E1818E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664BE7C-2225-C6EB-7B73-650EE732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07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40A87-296B-DB94-AABE-91622D62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41C3A5-6659-BCE5-7A2E-88C039C6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490221-B0CC-FDB0-DD4C-D3302643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642098-57B9-3D23-C354-4908B505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04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CB3D4D-9C11-E5E1-27B8-1995B50C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164093-5907-6597-D7CB-41756B594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8D6041-8DA0-D3A4-278B-864654C5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45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F89F2-3760-2F28-9A47-271E63BF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363A8E-D660-38CA-C425-3E8935FC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353CCC-DDF6-503D-4FF0-0DAB5C538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CD7D85-D24D-7490-7A95-91DFCD64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B6ED82-AA1C-CF14-E1E8-496DE1E9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0286F3-5B68-6C7D-297C-4158FD9E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15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546B0-D1E5-97F8-E7F4-66600261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8C97C2-1B80-A5BA-F817-BEB7A7415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59822E-4DB0-232C-A3AF-B4544765D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D45E0B-4219-8B75-502C-70601F31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8BA3A9-38A2-6F25-2792-EEC2CE68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04F023-EB56-9756-6C45-0FC1CB3D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015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5EF35-1EBA-BCAC-20B0-10BEB611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6F4E1A-A2AD-86F7-D3F2-8AE500695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F3EC39-F063-B449-B732-7EE6BC2D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051992-61B6-4222-6CE3-AA8C360D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2D9B08-FF94-E312-12F9-C15B0332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35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B29299-19E2-4469-1874-A6870F47C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6DDE4C-B78E-06A7-4419-5375AC382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1D6065-A630-D9F8-37D6-D75F8164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EA7740-7FCF-3F75-56BB-E867C77B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AF133B-49AC-3D00-BB1C-35A8B4FC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46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35B61-3657-0CB8-05F7-81F7AEF1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C1FDDA-1BAB-CD01-090F-282FC2447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E2FA59-85F4-8524-410E-F3A972A35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32DE5-7365-F448-8043-8731BEFA6ADB}" type="datetimeFigureOut">
              <a:rPr lang="ru-RU" smtClean="0"/>
              <a:t>29.12.2025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1526EA-EE81-0C8F-1476-0C7E3455C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3D8A6-5F0E-B633-B545-95F4C436C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C4841-BDC3-9943-9FA9-744967E17A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0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E1F00-0CCB-18D1-870E-62908E92C5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Уроки сленга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C85EBE-4E89-5B71-EE18-84574C0DC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Словарь, составленный </a:t>
            </a:r>
            <a:r>
              <a:rPr lang="ru-RU" dirty="0" err="1"/>
              <a:t>Mr.KecoBcTaBpo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241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EC130-3C01-9683-B3BE-399C34C35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Вайб</a:t>
            </a:r>
            <a:r>
              <a:rPr lang="ru-RU" dirty="0"/>
              <a:t>(от англ. </a:t>
            </a:r>
            <a:r>
              <a:rPr lang="ru-RU" dirty="0" err="1"/>
              <a:t>Vibe</a:t>
            </a:r>
            <a:r>
              <a:rPr lang="ru-RU" dirty="0"/>
              <a:t> – ощущение)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81736-BE31-35C1-B5E7-AC52C9BB6BC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838200" y="1803797"/>
            <a:ext cx="10175081" cy="3512344"/>
          </a:xfrm>
        </p:spPr>
        <p:txBody>
          <a:bodyPr>
            <a:normAutofit/>
          </a:bodyPr>
          <a:lstStyle/>
          <a:p>
            <a:r>
              <a:rPr lang="ru-RU" dirty="0" err="1"/>
              <a:t>Вайб</a:t>
            </a:r>
            <a:r>
              <a:rPr lang="ru-RU" dirty="0"/>
              <a:t>(им.сущ.,м.р.,2 </a:t>
            </a:r>
            <a:r>
              <a:rPr lang="ru-RU" dirty="0" err="1"/>
              <a:t>скл</a:t>
            </a:r>
            <a:r>
              <a:rPr lang="ru-RU" dirty="0"/>
              <a:t>) – атмосфера</a:t>
            </a:r>
          </a:p>
          <a:p>
            <a:pPr marL="0" indent="0">
              <a:buNone/>
            </a:pPr>
            <a:r>
              <a:rPr lang="ru-RU" dirty="0"/>
              <a:t>Пример использования: «От этих фотографий исходит такой </a:t>
            </a:r>
            <a:r>
              <a:rPr lang="ru-RU" dirty="0" err="1"/>
              <a:t>вайб</a:t>
            </a:r>
            <a:r>
              <a:rPr lang="ru-RU" dirty="0"/>
              <a:t> детства!». Перевод: «От этих фотографий идёт атмосфера детства.».</a:t>
            </a:r>
          </a:p>
          <a:p>
            <a:r>
              <a:rPr lang="ru-RU" dirty="0" err="1"/>
              <a:t>Вайбовый</a:t>
            </a:r>
            <a:r>
              <a:rPr lang="ru-RU" dirty="0"/>
              <a:t>(</a:t>
            </a:r>
            <a:r>
              <a:rPr lang="ru-RU" dirty="0" err="1"/>
              <a:t>им.прил</a:t>
            </a:r>
            <a:r>
              <a:rPr lang="ru-RU" dirty="0"/>
              <a:t>) – атмосферный</a:t>
            </a:r>
          </a:p>
          <a:p>
            <a:pPr marL="0" indent="0">
              <a:buNone/>
            </a:pPr>
            <a:r>
              <a:rPr lang="ru-RU" dirty="0"/>
              <a:t>Пример использования: «Это место такое </a:t>
            </a:r>
            <a:r>
              <a:rPr lang="ru-RU" dirty="0" err="1"/>
              <a:t>вайбовое</a:t>
            </a:r>
            <a:r>
              <a:rPr lang="ru-RU" dirty="0"/>
              <a:t>!». Перевод: «Это место такое атмосферное!».</a:t>
            </a:r>
          </a:p>
        </p:txBody>
      </p:sp>
    </p:spTree>
    <p:extLst>
      <p:ext uri="{BB962C8B-B14F-4D97-AF65-F5344CB8AC3E}">
        <p14:creationId xmlns:p14="http://schemas.microsoft.com/office/powerpoint/2010/main" val="161176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A0C1E-E337-2732-D5B7-224F9680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Юзать</a:t>
            </a:r>
            <a:r>
              <a:rPr lang="ru-RU" dirty="0"/>
              <a:t>(от англ. </a:t>
            </a:r>
            <a:r>
              <a:rPr lang="ru-RU" dirty="0" err="1"/>
              <a:t>Use</a:t>
            </a:r>
            <a:r>
              <a:rPr lang="ru-RU" dirty="0"/>
              <a:t> – использовать)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FEC222-0B2E-3A92-3536-B3E411931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Юзать</a:t>
            </a:r>
            <a:r>
              <a:rPr lang="ru-RU" dirty="0"/>
              <a:t> (</a:t>
            </a:r>
            <a:r>
              <a:rPr lang="ru-RU" dirty="0" err="1"/>
              <a:t>глаг,I</a:t>
            </a:r>
            <a:r>
              <a:rPr lang="ru-RU" dirty="0"/>
              <a:t> спряжение) – использовать</a:t>
            </a:r>
          </a:p>
          <a:p>
            <a:pPr marL="0" indent="0">
              <a:buNone/>
            </a:pPr>
            <a:r>
              <a:rPr lang="ru-RU" dirty="0"/>
              <a:t>Пример использования: «Кто вообще </a:t>
            </a:r>
            <a:r>
              <a:rPr lang="ru-RU" dirty="0" err="1"/>
              <a:t>юзает</a:t>
            </a:r>
            <a:r>
              <a:rPr lang="ru-RU" dirty="0"/>
              <a:t> это слово в 2025 году?». Перевод: «Кто вообще использует это слово в 2025 году?».</a:t>
            </a:r>
          </a:p>
        </p:txBody>
      </p:sp>
    </p:spTree>
    <p:extLst>
      <p:ext uri="{BB962C8B-B14F-4D97-AF65-F5344CB8AC3E}">
        <p14:creationId xmlns:p14="http://schemas.microsoft.com/office/powerpoint/2010/main" val="62472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7CFDF-1CDE-E7C6-A095-E667309B6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Кринж</a:t>
            </a:r>
            <a:r>
              <a:rPr lang="ru-RU" dirty="0"/>
              <a:t>(</a:t>
            </a:r>
            <a:r>
              <a:rPr lang="ru-RU" dirty="0" err="1"/>
              <a:t>устар.,от</a:t>
            </a:r>
            <a:r>
              <a:rPr lang="ru-RU" dirty="0"/>
              <a:t> англ. </a:t>
            </a:r>
            <a:r>
              <a:rPr lang="ru-RU" dirty="0" err="1"/>
              <a:t>Cringe</a:t>
            </a:r>
            <a:r>
              <a:rPr lang="ru-RU" dirty="0"/>
              <a:t> –Съеживаться)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D1BC35-BAD6-E468-9D45-6969D947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Кринж</a:t>
            </a:r>
            <a:r>
              <a:rPr lang="ru-RU" dirty="0"/>
              <a:t>(им.сущ,м.р.,2 </a:t>
            </a:r>
            <a:r>
              <a:rPr lang="ru-RU" dirty="0" err="1"/>
              <a:t>скл</a:t>
            </a:r>
            <a:r>
              <a:rPr lang="ru-RU" dirty="0"/>
              <a:t>.) – Позор </a:t>
            </a:r>
          </a:p>
          <a:p>
            <a:pPr marL="0" indent="0">
              <a:buNone/>
            </a:pPr>
            <a:r>
              <a:rPr lang="ru-RU" dirty="0"/>
              <a:t>Пример использования: «Это видео – полный </a:t>
            </a:r>
            <a:r>
              <a:rPr lang="ru-RU" dirty="0" err="1"/>
              <a:t>кринж</a:t>
            </a:r>
            <a:r>
              <a:rPr lang="ru-RU" dirty="0"/>
              <a:t>!». Перевод: «Это видео – позор!».</a:t>
            </a:r>
          </a:p>
          <a:p>
            <a:r>
              <a:rPr lang="ru-RU" dirty="0" err="1"/>
              <a:t>Кринжовый</a:t>
            </a:r>
            <a:r>
              <a:rPr lang="ru-RU" dirty="0"/>
              <a:t>(</a:t>
            </a:r>
            <a:r>
              <a:rPr lang="ru-RU" dirty="0" err="1"/>
              <a:t>им.прил</a:t>
            </a:r>
            <a:r>
              <a:rPr lang="ru-RU" dirty="0"/>
              <a:t>.) – Позорный</a:t>
            </a:r>
          </a:p>
          <a:p>
            <a:pPr marL="0" indent="0">
              <a:buNone/>
            </a:pPr>
            <a:r>
              <a:rPr lang="ru-RU" dirty="0"/>
              <a:t>Пример использования: «Это видео такое </a:t>
            </a:r>
            <a:r>
              <a:rPr lang="ru-RU" dirty="0" err="1"/>
              <a:t>кринжовое</a:t>
            </a:r>
            <a:r>
              <a:rPr lang="ru-RU" dirty="0"/>
              <a:t>!». Перевод: «Это видео такое позорное!».</a:t>
            </a:r>
          </a:p>
          <a:p>
            <a:r>
              <a:rPr lang="ru-RU" dirty="0" err="1"/>
              <a:t>Кринжовать</a:t>
            </a:r>
            <a:r>
              <a:rPr lang="ru-RU" dirty="0"/>
              <a:t>(</a:t>
            </a:r>
            <a:r>
              <a:rPr lang="ru-RU" dirty="0" err="1"/>
              <a:t>глаг,I</a:t>
            </a:r>
            <a:r>
              <a:rPr lang="ru-RU" dirty="0"/>
              <a:t> спряжение) – Испытывать отвращение от позорности видео</a:t>
            </a:r>
          </a:p>
          <a:p>
            <a:pPr marL="0" indent="0">
              <a:buNone/>
            </a:pPr>
            <a:r>
              <a:rPr lang="ru-RU" dirty="0"/>
              <a:t>Пример использования: «Я </a:t>
            </a:r>
            <a:r>
              <a:rPr lang="ru-RU" dirty="0" err="1"/>
              <a:t>кринжую</a:t>
            </a:r>
            <a:r>
              <a:rPr lang="ru-RU" dirty="0"/>
              <a:t> с этого видео.»</a:t>
            </a:r>
          </a:p>
        </p:txBody>
      </p:sp>
    </p:spTree>
    <p:extLst>
      <p:ext uri="{BB962C8B-B14F-4D97-AF65-F5344CB8AC3E}">
        <p14:creationId xmlns:p14="http://schemas.microsoft.com/office/powerpoint/2010/main" val="121832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E8B09-8F45-6915-2417-DC32D37B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Рофл</a:t>
            </a:r>
            <a:r>
              <a:rPr lang="ru-RU" dirty="0"/>
              <a:t>(</a:t>
            </a:r>
            <a:r>
              <a:rPr lang="ru-RU" dirty="0" err="1"/>
              <a:t>абр</a:t>
            </a:r>
            <a:r>
              <a:rPr lang="ru-RU" dirty="0"/>
              <a:t>. От англ. </a:t>
            </a:r>
            <a:r>
              <a:rPr lang="af-ZA" dirty="0"/>
              <a:t>R</a:t>
            </a:r>
            <a:r>
              <a:rPr lang="ru-RU" dirty="0" err="1"/>
              <a:t>olling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floor</a:t>
            </a:r>
            <a:r>
              <a:rPr lang="ru-RU" dirty="0"/>
              <a:t> </a:t>
            </a:r>
            <a:r>
              <a:rPr lang="ru-RU" dirty="0" err="1"/>
              <a:t>laughing</a:t>
            </a:r>
            <a:r>
              <a:rPr lang="ru-RU" dirty="0"/>
              <a:t> – Катаюсь по полу от смеха)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AD65D1-442D-6096-D636-706B4F139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Рофл</a:t>
            </a:r>
            <a:r>
              <a:rPr lang="ru-RU" dirty="0"/>
              <a:t>(им.сущ,м.р.,2 </a:t>
            </a:r>
            <a:r>
              <a:rPr lang="ru-RU" dirty="0" err="1"/>
              <a:t>скл</a:t>
            </a:r>
            <a:r>
              <a:rPr lang="ru-RU" dirty="0"/>
              <a:t>) – сарказм</a:t>
            </a:r>
          </a:p>
          <a:p>
            <a:pPr marL="0" indent="0">
              <a:buNone/>
            </a:pPr>
            <a:r>
              <a:rPr lang="ru-RU" dirty="0"/>
              <a:t>Пример использования: «Да это же </a:t>
            </a:r>
            <a:r>
              <a:rPr lang="ru-RU" dirty="0" err="1"/>
              <a:t>рофл</a:t>
            </a:r>
            <a:r>
              <a:rPr lang="ru-RU" dirty="0"/>
              <a:t>.». Перевод: «Да это же сарказм.».</a:t>
            </a:r>
          </a:p>
          <a:p>
            <a:r>
              <a:rPr lang="ru-RU" dirty="0" err="1"/>
              <a:t>Рофлить</a:t>
            </a:r>
            <a:r>
              <a:rPr lang="ru-RU" dirty="0"/>
              <a:t>(</a:t>
            </a:r>
            <a:r>
              <a:rPr lang="ru-RU" dirty="0" err="1"/>
              <a:t>глаг,II</a:t>
            </a:r>
            <a:r>
              <a:rPr lang="ru-RU" dirty="0"/>
              <a:t> </a:t>
            </a:r>
            <a:r>
              <a:rPr lang="ru-RU" dirty="0" err="1"/>
              <a:t>спр</a:t>
            </a:r>
            <a:r>
              <a:rPr lang="ru-RU" dirty="0"/>
              <a:t>.) – шутить сарказмом</a:t>
            </a:r>
          </a:p>
          <a:p>
            <a:pPr marL="0" indent="0">
              <a:buNone/>
            </a:pPr>
            <a:r>
              <a:rPr lang="ru-RU" dirty="0"/>
              <a:t>Пример использования: «Так я же </a:t>
            </a:r>
            <a:r>
              <a:rPr lang="ru-RU" dirty="0" err="1"/>
              <a:t>рофлю,как</a:t>
            </a:r>
            <a:r>
              <a:rPr lang="ru-RU" dirty="0"/>
              <a:t> ты это не понял?». Перевод: «Я же шучу(сарказмом), как ты это не понял?».</a:t>
            </a:r>
          </a:p>
        </p:txBody>
      </p:sp>
    </p:spTree>
    <p:extLst>
      <p:ext uri="{BB962C8B-B14F-4D97-AF65-F5344CB8AC3E}">
        <p14:creationId xmlns:p14="http://schemas.microsoft.com/office/powerpoint/2010/main" val="149771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B307A-3D8C-D833-B2CB-A874B8B22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Свага</a:t>
            </a:r>
            <a:r>
              <a:rPr lang="ru-RU" dirty="0"/>
              <a:t>(от </a:t>
            </a:r>
            <a:r>
              <a:rPr lang="ru-RU" dirty="0" err="1"/>
              <a:t>шот</a:t>
            </a:r>
            <a:r>
              <a:rPr lang="ru-RU" dirty="0"/>
              <a:t>. </a:t>
            </a:r>
            <a:r>
              <a:rPr lang="ru-RU" dirty="0" err="1"/>
              <a:t>Swagger</a:t>
            </a:r>
            <a:r>
              <a:rPr lang="ru-RU" dirty="0"/>
              <a:t> – Человек с качающейся походкой)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E604BC-462D-37F3-DBC0-C645DB47F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Свага</a:t>
            </a:r>
            <a:r>
              <a:rPr lang="ru-RU" dirty="0"/>
              <a:t>(им.сущ.,ж.р.,1 </a:t>
            </a:r>
            <a:r>
              <a:rPr lang="ru-RU" dirty="0" err="1"/>
              <a:t>скл</a:t>
            </a:r>
            <a:r>
              <a:rPr lang="ru-RU" dirty="0"/>
              <a:t>.) – крутость</a:t>
            </a:r>
          </a:p>
          <a:p>
            <a:pPr marL="0" indent="0">
              <a:buNone/>
            </a:pPr>
            <a:r>
              <a:rPr lang="ru-RU" dirty="0"/>
              <a:t>Пример использования: «Набираем </a:t>
            </a:r>
            <a:r>
              <a:rPr lang="ru-RU" dirty="0" err="1"/>
              <a:t>свагу</a:t>
            </a:r>
            <a:r>
              <a:rPr lang="ru-RU" dirty="0"/>
              <a:t>.». Перевод: «Становимся круче».</a:t>
            </a:r>
          </a:p>
        </p:txBody>
      </p:sp>
    </p:spTree>
    <p:extLst>
      <p:ext uri="{BB962C8B-B14F-4D97-AF65-F5344CB8AC3E}">
        <p14:creationId xmlns:p14="http://schemas.microsoft.com/office/powerpoint/2010/main" val="12530314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6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Уроки сленга</vt:lpstr>
      <vt:lpstr>Вайб(от англ. Vibe – ощущение)</vt:lpstr>
      <vt:lpstr>Юзать(от англ. Use – использовать)</vt:lpstr>
      <vt:lpstr>Кринж(устар.,от англ. Cringe –Съеживаться)</vt:lpstr>
      <vt:lpstr>Рофл(абр. От англ. Rolling on the floor laughing – Катаюсь по полу от смеха)</vt:lpstr>
      <vt:lpstr>Свага(от шот. Swagger – Человек с качающейся походкой)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Уроки сленга</dc:title>
  <dc:creator>Ставрос Кесов</dc:creator>
  <cp:lastModifiedBy>Ставрос Кесов</cp:lastModifiedBy>
  <cp:revision>1</cp:revision>
  <dcterms:created xsi:type="dcterms:W3CDTF">2025-12-29T09:31:46Z</dcterms:created>
  <dcterms:modified xsi:type="dcterms:W3CDTF">2025-12-29T10:12:45Z</dcterms:modified>
</cp:coreProperties>
</file>